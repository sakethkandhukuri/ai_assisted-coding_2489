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09728" cy="2560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  |  CS &amp; AI DEPARTMENT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82296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Smart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Distribution &amp;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Hybrid Adaptive Identity Verification and Behavioral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758952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Saketh  |  2303A52489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Niharshith  |  2303A52044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Farhan  |  2303A52040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Akshith  |  2303A52433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188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Viva Presentation  |  2024-25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114800" cy="35661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Distribution System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to distribute subsidized food grains &amp; essentials to eligible citizens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millions of Below Poverty Line (BPL) families across India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via Fair Price Shops (ration shops) managed by state governments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200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duplicate ration cards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 &amp; corruption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transparency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loopholes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AI-Powered 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15087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&amp; identity verification using HMIV-Net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2176272"/>
            <a:ext cx="3931920" cy="0"/>
          </a:xfrm>
          <a:prstGeom prst="line">
            <a:avLst/>
          </a:prstGeom>
          <a:noFill/>
          <a:ln w="10160">
            <a:solidFill>
              <a:srgbClr val="1E3A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26771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via HAD-RSM module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935224"/>
            <a:ext cx="3931920" cy="0"/>
          </a:xfrm>
          <a:prstGeom prst="line">
            <a:avLst/>
          </a:prstGeom>
          <a:noFill/>
          <a:ln w="10160">
            <a:solidFill>
              <a:srgbClr val="1E3A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302666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pattern tracking with ARUPLA module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3694176"/>
            <a:ext cx="3931920" cy="0"/>
          </a:xfrm>
          <a:prstGeom prst="line">
            <a:avLst/>
          </a:prstGeom>
          <a:noFill/>
          <a:ln w="10160">
            <a:solidFill>
              <a:srgbClr val="1E3A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378561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Engine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DTBRAA calculates trust score for each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8105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1556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48132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ensures only authorized beneficiaries access ration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00584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005840"/>
            <a:ext cx="64008" cy="181051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111556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1568" y="148132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fake/duplicate card usage with AI-driven verification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54496" y="100584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54496" y="1005840"/>
            <a:ext cx="64008" cy="1810512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91656" y="111556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91656" y="148132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anomalies &amp; suspicious transactions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301752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017520"/>
            <a:ext cx="64008" cy="181051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127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" y="349300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work, minimize errors and human intervention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64408" y="301752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64408" y="3017520"/>
            <a:ext cx="64008" cy="18105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01568" y="3127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01568" y="349300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for administrators and government authorities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54496" y="3017520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54496" y="3017520"/>
            <a:ext cx="64008" cy="18105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91656" y="3127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Efficiency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91656" y="3493008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encrypted storage, and end-to-end accountability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1572768" cy="3547872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115568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1133856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184708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" y="2523744"/>
            <a:ext cx="117043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578608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makers who oversee and regulate ration distribution schemes at national/state level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48256" y="1005840"/>
            <a:ext cx="1572768" cy="3547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2032" y="1115568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42032" y="1133856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157984" y="184708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Shop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249424" y="2523744"/>
            <a:ext cx="117043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39696" y="2578608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 Shop operators who distribute goods to beneficiaries using the system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22192" y="1005840"/>
            <a:ext cx="1572768" cy="35478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15968" y="1115568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15968" y="1133856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31920" y="184708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023360" y="2523744"/>
            <a:ext cx="117043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13632" y="2578608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BPL families and eligible citizens who receive subsidized ration via verified identity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96128" y="1005840"/>
            <a:ext cx="1572768" cy="354787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89904" y="1115568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9904" y="1133856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705856" y="184708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797296" y="2523744"/>
            <a:ext cx="117043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87568" y="2578608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personnel who maintain, monitor, and manage the smart ration platform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70064" y="1005840"/>
            <a:ext cx="1572768" cy="3547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863840" y="1115568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0" y="1133856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479792" y="184708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571232" y="2523744"/>
            <a:ext cx="117043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61504" y="2578608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who study transaction data for fraud patterns and system performance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206240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14447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Backend AI &amp; logic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Frontend &amp; web interface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005840"/>
            <a:ext cx="420624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Frameworks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0" y="14447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— Deep learning model training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— High-level neural network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Computer vision &amp; face detection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971800"/>
            <a:ext cx="420624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11480" y="341071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Node.js — API backend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Firebase — Data storage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9204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92040" y="2971800"/>
            <a:ext cx="420624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0" y="341071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Page structure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 &amp; responsiveness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Interactivity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for Code Generation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987552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87552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8755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04241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335024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OpenCV-based face detection and landmark extraction from live webcam feed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975104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975104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975104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202996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232257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capture module with preprocessing for noise removal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962656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962656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962656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301752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3310128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HMIV-Net deep learning model for multi-modal biometric identity matching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950208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950208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950208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40050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8680" y="4297680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ARUPLA module for learning and analyzing user transaction patterns over time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987552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92040" y="987552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98755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0" y="104241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0" y="1335024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HAD-RSM hybrid anomaly detection with deep learning and rule-based scoring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92040" y="1975104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92040" y="1975104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92040" y="1975104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486400" y="202996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0" y="232257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DTBRAA trust score calculator combining identity, behavior &amp; fraud scores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892040" y="2962656"/>
            <a:ext cx="4206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92040" y="2962656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92040" y="2962656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486400" y="301752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486400" y="3310128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from face capture to secure transaction storage &amp; approval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987552"/>
            <a:ext cx="1572768" cy="6583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28600" y="98755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Center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01368" y="1316736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65960" y="987552"/>
            <a:ext cx="157276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65960" y="98755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(OpenCV)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538728" y="1316736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987552"/>
            <a:ext cx="1572768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03320" y="98755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Normalization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76088" y="1316736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40680" y="987552"/>
            <a:ext cx="1572768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40680" y="98755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(HMIV-Net)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013448" y="1316736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8040" y="987552"/>
            <a:ext cx="1572768" cy="658368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78040" y="98755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964424" y="1645920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78040" y="1773936"/>
            <a:ext cx="1572768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78040" y="1773936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(ARUPLA)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013448" y="21031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0680" y="1773936"/>
            <a:ext cx="1572768" cy="6583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40680" y="1773936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(HAD-RSM)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276088" y="21031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03320" y="1773936"/>
            <a:ext cx="1572768" cy="65836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703320" y="1773936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(DTBRAA)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52344" y="2432304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Output: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3017520"/>
            <a:ext cx="2377440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383280" y="3017520"/>
            <a:ext cx="23774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38328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17920" y="3017520"/>
            <a:ext cx="237744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21792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200400" y="3931920"/>
            <a:ext cx="2743200" cy="56692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200400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Transaction Storage &amp; Audit Log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Screens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97840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444752"/>
            <a:ext cx="2468880" cy="1417320"/>
          </a:xfrm>
          <a:prstGeom prst="rect">
            <a:avLst/>
          </a:prstGeom>
          <a:solidFill>
            <a:srgbClr val="E3F2FD"/>
          </a:solidFill>
          <a:ln w="10160">
            <a:solidFill>
              <a:srgbClr val="BBDE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1508760"/>
            <a:ext cx="2340864" cy="201168"/>
          </a:xfrm>
          <a:prstGeom prst="rect">
            <a:avLst/>
          </a:prstGeom>
          <a:solidFill>
            <a:srgbClr val="0D2B5E">
              <a:alpha val="80000"/>
            </a:srgbClr>
          </a:solidFill>
          <a:ln w="12700">
            <a:solidFill>
              <a:srgbClr val="0D2B5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508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Page ]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5488" y="180136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D2B5E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" y="207568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D2B5E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" y="235000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D2B5E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90779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login for beneficiaries, shop owners, and administrators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3419856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authentication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selector (Beneficiary / Admin / Shop Owner)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&amp; session management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0128" y="97840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37560" y="1444752"/>
            <a:ext cx="2468880" cy="1417320"/>
          </a:xfrm>
          <a:prstGeom prst="rect">
            <a:avLst/>
          </a:prstGeom>
          <a:solidFill>
            <a:srgbClr val="EDE7F6"/>
          </a:solidFill>
          <a:ln w="10160">
            <a:solidFill>
              <a:srgbClr val="BBDE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01568" y="1508760"/>
            <a:ext cx="2340864" cy="201168"/>
          </a:xfrm>
          <a:prstGeom prst="rect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01568" y="1508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Face Verification ]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01568" y="180136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01568" y="207568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01568" y="235000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10128" y="290779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webcam-based face recognition with liveness detection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10128" y="3419856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feed display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bounding box overlay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&amp; status indicator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36208" y="97840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63640" y="1444752"/>
            <a:ext cx="2468880" cy="1417320"/>
          </a:xfrm>
          <a:prstGeom prst="rect">
            <a:avLst/>
          </a:prstGeom>
          <a:solidFill>
            <a:srgbClr val="E0F7FA"/>
          </a:solidFill>
          <a:ln w="10160">
            <a:solidFill>
              <a:srgbClr val="BBDE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7648" y="1508760"/>
            <a:ext cx="2340864" cy="201168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>
                <a:alpha val="8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27648" y="1508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Admin Dashboard ]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327648" y="180136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27648" y="207568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2350008"/>
            <a:ext cx="2340864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290779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monitoring panel with analytics and fraud alerts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36208" y="3419856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&amp; statistics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alert panel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reporting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A"/>
          </a:solidFill>
          <a:ln w="12700">
            <a:solidFill>
              <a:srgbClr val="0A1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969264"/>
            <a:ext cx="859536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692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1060704"/>
            <a:ext cx="0" cy="530352"/>
          </a:xfrm>
          <a:prstGeom prst="line">
            <a:avLst/>
          </a:prstGeom>
          <a:noFill/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024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Documentation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3167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tensorflow.org — Official deep learning framework documentation for Python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773936"/>
            <a:ext cx="859536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77393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68680" y="1865376"/>
            <a:ext cx="0" cy="530352"/>
          </a:xfrm>
          <a:prstGeom prst="line">
            <a:avLst/>
          </a:prstGeom>
          <a:noFill/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1828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" y="2121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docs.opencv.org — Computer vision &amp; image processing library reference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578608"/>
            <a:ext cx="859536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57860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2670048"/>
            <a:ext cx="0" cy="530352"/>
          </a:xfrm>
          <a:prstGeom prst="line">
            <a:avLst/>
          </a:prstGeom>
          <a:noFill/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6334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on Fraud Detection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87552" y="2926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&amp; ACM Digital Library — AI-based anomaly detection systems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33832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68680" y="3474720"/>
            <a:ext cx="0" cy="530352"/>
          </a:xfrm>
          <a:prstGeom prst="line">
            <a:avLst/>
          </a:prstGeom>
          <a:noFill/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34381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PDS Sources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87552" y="37307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nfsa.gov.in — National Food Security Act &amp; PDS scheme information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187952"/>
            <a:ext cx="859536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7472" y="418795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68680" y="4279392"/>
            <a:ext cx="0" cy="530352"/>
          </a:xfrm>
          <a:prstGeom prst="line">
            <a:avLst/>
          </a:prstGeom>
          <a:noFill/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42428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Learning Resources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4535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Keras.io, Coursera, fast.ai — Deep learning tutorials and model architectures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017520" y="4773168"/>
            <a:ext cx="31089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17520" y="4773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Smart Ration Distribution</dc:title>
  <dc:subject>PptxGenJS Presentation</dc:subject>
  <dc:creator>PptxGenJS</dc:creator>
  <cp:lastModifiedBy>PptxGenJS</cp:lastModifiedBy>
  <cp:revision>1</cp:revision>
  <dcterms:created xsi:type="dcterms:W3CDTF">2026-04-19T14:11:45Z</dcterms:created>
  <dcterms:modified xsi:type="dcterms:W3CDTF">2026-04-19T14:11:45Z</dcterms:modified>
</cp:coreProperties>
</file>